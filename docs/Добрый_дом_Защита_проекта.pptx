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99" r:id="rId10"/>
    <p:sldId id="262" r:id="rId11"/>
    <p:sldId id="300" r:id="rId12"/>
    <p:sldId id="301" r:id="rId13"/>
    <p:sldId id="302" r:id="rId14"/>
    <p:sldId id="303" r:id="rId15"/>
    <p:sldId id="304" r:id="rId16"/>
    <p:sldId id="263" r:id="rId17"/>
    <p:sldId id="264" r:id="rId18"/>
    <p:sldId id="265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323768-1DB4-463B-BB12-4741791F3A22}">
  <a:tblStyle styleId="{3B323768-1DB4-463B-BB12-4741791F3A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6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Добрый день! Тема моего проекта — «Добрый дом», веб-сервис приюта для кошек и собак: каталог питомцев, подбор по условиям, заявка на знакомство и кабинет сотрудника приюта.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связи перед началом.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Представьтесь и коротко расскажите о себе. На фото — главная страница сайта «Добрый дом».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План: цель и задачи, технологии, что получилось (скриншоты, путь кандидата, архитектура, цифры, качество), выводы и вопросы.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Цель — не витрина, а рабочий процесс пристройства: кандидат сам находит подходящего питомца и оставляет структурированную заявку, сотрудники видят все заявки и решают по ним. Четыре задачи: каталог и подбор, заявка, кабинеты и права, развёртывание и проверка.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React и TypeScript — интерфейс; Express и zod — API, где каждое поле перепроверяется на сервере. Хранилище — один JSON-файл с атомарной записью: для приюта с сотнями записей хватает, а при росте меняется только server/store.ts. Docker, GitHub Actions и Trivy — сборка, тесты и проверка уязвимостей. [Добавьте своё впечатление от технологий.]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3ce85d903d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3ce85d903d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Запрос идёт из браузера в </a:t>
            </a:r>
            <a:r>
              <a:rPr lang="en-US"/>
              <a:t>nginx, nginx </a:t>
            </a:r>
            <a:r>
              <a:rPr lang="ru-RU"/>
              <a:t>отдаёт статику и проксирует </a:t>
            </a:r>
            <a:r>
              <a:rPr lang="en-US"/>
              <a:t>API. API </a:t>
            </a:r>
            <a:r>
              <a:rPr lang="ru-RU"/>
              <a:t>на </a:t>
            </a:r>
            <a:r>
              <a:rPr lang="en-US"/>
              <a:t>Express </a:t>
            </a:r>
            <a:r>
              <a:rPr lang="ru-RU"/>
              <a:t>проверяет права и данные и пишет в </a:t>
            </a:r>
            <a:r>
              <a:rPr lang="en-US"/>
              <a:t>JSON-</a:t>
            </a:r>
            <a:r>
              <a:rPr lang="ru-RU"/>
              <a:t>файл. Всё собирается в два </a:t>
            </a:r>
            <a:r>
              <a:rPr lang="en-US"/>
              <a:t>Docker-</a:t>
            </a:r>
            <a:r>
              <a:rPr lang="ru-RU"/>
              <a:t>образа, </a:t>
            </a:r>
            <a:r>
              <a:rPr lang="en-US"/>
              <a:t>CI </a:t>
            </a:r>
            <a:r>
              <a:rPr lang="ru-RU"/>
              <a:t>на </a:t>
            </a:r>
            <a:r>
              <a:rPr lang="en-US"/>
              <a:t>GitHub Actions.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782642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Это работающий сайт, а не макет. Можно показать вживую: npm run dev или docker compose up web api, демо-вход — кнопки на странице /login, пароль demo1234.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3ce85d903d_0_6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3ce85d903d_0_6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Основной сценарий в четыре шага. Подбор сразу отсекает несовместимых питомцев: если в семье маленькие дети, а питомец их боится, его не предложат. Одобрение заявки автоматически бронирует питомца.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79202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Форма построена так, чтобы её нельзя было отправить случайно: «Далее» и «Отправить» — разные кнопки, без согласия на обработку данных заявка не уходит. Повторная заявка возвращает номер первой.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77062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Дашборд на демо-данных: 19% одобренных заявок, решение в среднем за 3 дня. Самая частая причина отказа — «не удалось связаться» (21%), поэтому следующая доработка — письма кандидатам о статусе. Эти же цифры без персональных данных открыты на странице /investors.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22075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ce85d903d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3ce85d903d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34 эндпоинта, 24 автотеста API и 22 экрана. История заявок в демо-данных генерируется детерминированно, поэтому цифры на дашборде воспроизводимы.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45843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3ce85d903d_0_7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3ce85d903d_0_7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шла на трёх уровнях: автотесты API, автоматический поиск уязвимостей и ручной обход всех страниц на разных ширинах и под разными ролями. Ручная проверка нашла, например, сброс демо-данных без подтверждения и потерю фильтров в ссылках пагинации — оба исправлены.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759963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по шаблону: удалось ли достичь цели и выполнить задачи; что далось легко, а что трудно; сколько времени занял проект; насколько он был полезен по шкале от 1 до 10; остались ли вопросы; как планируете развиваться дальше.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на вопросы одногруппников и преподавателей и получите обратную связь.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Спасибо за внимание! Репозиторий: </a:t>
            </a:r>
            <a:r>
              <a:rPr lang="en-US"/>
              <a:t>github.com/VitalyKruk/dobryi-dom.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«Добрый дом» — веб-сервис приюта для кошек и собак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528320" y="3871208"/>
            <a:ext cx="6149044" cy="881959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662993" y="3871208"/>
            <a:ext cx="6149044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Вайб-кодинг</a:t>
            </a:r>
            <a:r>
              <a:rPr lang="ru-RU" sz="2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: создание цифровых продуктов с ИИ</a:t>
            </a:r>
            <a:endParaRPr lang="ru-RU" sz="1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/>
              <a:t>Защита проекта</a:t>
            </a:r>
            <a:br>
              <a:rPr lang="ru-RU" sz="3000"/>
            </a:br>
            <a:r>
              <a:rPr lang="ru-RU" sz="3000"/>
              <a:t>Тема: «Добрый дом»</a:t>
            </a:r>
            <a:endParaRPr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Круковский Виталий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latin typeface="Roboto Medium"/>
                <a:ea typeface="Roboto Medium"/>
                <a:cs typeface="Roboto Medium"/>
                <a:sym typeface="Roboto Medium"/>
              </a:rPr>
              <a:t>[Кратко о себе и своей деятельности]</a:t>
            </a:r>
            <a:endParaRPr sz="13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" name="Скриншот главной страницы">
            <a:extLst>
              <a:ext uri="{FF2B5EF4-FFF2-40B4-BE49-F238E27FC236}">
                <a16:creationId xmlns:a16="http://schemas.microsoft.com/office/drawing/2014/main" id="{DF595D39-F6EF-4F0A-AD3A-26F9079C522D}"/>
              </a:ext>
            </a:extLst>
          </p:cNvPr>
          <p:cNvPicPr>
            <a:picLocks/>
          </p:cNvPicPr>
          <p:nvPr/>
        </p:nvPicPr>
        <p:blipFill>
          <a:blip r:embed="rId3"/>
          <a:srcRect l="4399" r="32260"/>
          <a:stretch>
            <a:fillRect/>
          </a:stretch>
        </p:blipFill>
        <p:spPr>
          <a:xfrm>
            <a:off x="630000" y="2085726"/>
            <a:ext cx="2349900" cy="2318700"/>
          </a:xfrm>
          <a:prstGeom prst="ellipse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504365153"/>
              </p:ext>
            </p:extLst>
          </p:nvPr>
        </p:nvGraphicFramePr>
        <p:xfrm>
          <a:off x="952500" y="2382125"/>
          <a:ext cx="7239000" cy="170676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Каталог с фильтрами совместимости и подбор «Подходят вам»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Заявка на знакомство из 4 шагов с проверкой на сервере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Кабинеты кандидата и сотрудника, роли и права доступа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 с HTTPS, Docker, CI и автоматическая проверка безопасности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Цель: сервис, где кандидат подбирает питомца и оставляет заявку, а приют разбирает заявки в одном месте</a:t>
            </a:r>
            <a:endParaRPr sz="150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3089154041"/>
              </p:ext>
            </p:extLst>
          </p:nvPr>
        </p:nvGraphicFramePr>
        <p:xfrm>
          <a:off x="952500" y="1897775"/>
          <a:ext cx="7239000" cy="1710572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 19 + TypeScript, Vite, Tailwind CSS 4, shadcn/ui — </a:t>
                      </a: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интерфейс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5, zod — REST API, валидация и права на сервере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 17, scrypt — данные, фото и пароли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Docker, Caddy + nginx, GitHub Actions, Trivy — </a:t>
                      </a: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HTTPS, сборка, тесты, уязвимости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Почему этот стек">
            <a:extLst>
              <a:ext uri="{FF2B5EF4-FFF2-40B4-BE49-F238E27FC236}">
                <a16:creationId xmlns:a16="http://schemas.microsoft.com/office/drawing/2014/main" id="{2F8B5EC9-666A-4E7A-89D3-B905A80EF981}"/>
              </a:ext>
            </a:extLst>
          </p:cNvPr>
          <p:cNvSpPr txBox="1"/>
          <p:nvPr/>
        </p:nvSpPr>
        <p:spPr>
          <a:xfrm>
            <a:off x="1638300" y="3810000"/>
            <a:ext cx="6604000" cy="69249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solidFill>
                  <a:srgbClr val="5B5B5B"/>
                </a:solidFill>
                <a:latin typeface="Roboto" panose="02000000000000000000" pitchFamily="2" charset="0"/>
              </a:rPr>
              <a:t>Почему так: это стек, который генерирует Lovable, — прототип переносится без переписывания, а TypeScript общий для сайта и API (типы и правила подбора не дублируются).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775" y="1462600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8" name="Google Shape;538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775" y="2074892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9" name="Google Shape;539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71494" y="2688636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0" name="Google Shape;540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9775" y="3316209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1" name="Google Shape;541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9775" y="3947235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42" name="Google Shape;542;p69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Архитектура</a:t>
            </a:r>
            <a:endParaRPr/>
          </a:p>
        </p:txBody>
      </p:sp>
      <p:sp>
        <p:nvSpPr>
          <p:cNvPr id="543" name="Google Shape;543;p69"/>
          <p:cNvSpPr txBox="1"/>
          <p:nvPr/>
        </p:nvSpPr>
        <p:spPr>
          <a:xfrm>
            <a:off x="1508200" y="1552261"/>
            <a:ext cx="64120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Браузер</a:t>
            </a:r>
            <a:endParaRPr sz="13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69"/>
          <p:cNvSpPr txBox="1"/>
          <p:nvPr/>
        </p:nvSpPr>
        <p:spPr>
          <a:xfrm>
            <a:off x="1512634" y="2137598"/>
            <a:ext cx="410369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 err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nginx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69"/>
          <p:cNvSpPr txBox="1"/>
          <p:nvPr/>
        </p:nvSpPr>
        <p:spPr>
          <a:xfrm>
            <a:off x="1505873" y="2775560"/>
            <a:ext cx="267702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API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69"/>
          <p:cNvSpPr txBox="1"/>
          <p:nvPr/>
        </p:nvSpPr>
        <p:spPr>
          <a:xfrm>
            <a:off x="1519420" y="3412389"/>
            <a:ext cx="62998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Данные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69"/>
          <p:cNvSpPr txBox="1"/>
          <p:nvPr/>
        </p:nvSpPr>
        <p:spPr>
          <a:xfrm>
            <a:off x="1505873" y="4017753"/>
            <a:ext cx="43762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CI/CD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48" name="Google Shape;548;p69"/>
          <p:cNvGraphicFramePr/>
          <p:nvPr>
            <p:extLst>
              <p:ext uri="{D42A27DB-BD31-4B8C-83A1-F6EECF244321}">
                <p14:modId xmlns:p14="http://schemas.microsoft.com/office/powerpoint/2010/main" val="2421512217"/>
              </p:ext>
            </p:extLst>
          </p:nvPr>
        </p:nvGraphicFramePr>
        <p:xfrm>
          <a:off x="2781050" y="1435100"/>
          <a:ext cx="5494225" cy="3147625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549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React-приложение: сайт и кабинет сотрудника, фильтры в адресе, формы с проверкой (react-hook-form + zod)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Caddy — HTTPS; nginx раздаёт сайт, проксирует /api и /uploads, прямые ссылки SPA без 404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5: 39 эндпоинтов, права по ролям и проверка данных на сервере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 17: данные и фото;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пароли —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scrypt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в базе только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хеш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токена; фото проверяются по сигнатуре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 Compose; GitHub Actions: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 линтеров, сборка, тесты API, публикация образов;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/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npm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audit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Trivy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127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Что получилось</a:t>
            </a:r>
            <a:endParaRPr sz="3000"/>
          </a:p>
        </p:txBody>
      </p:sp>
      <p:pic>
        <p:nvPicPr>
          <p:cNvPr id="3" name="Скриншот: главная">
            <a:extLst>
              <a:ext uri="{FF2B5EF4-FFF2-40B4-BE49-F238E27FC236}">
                <a16:creationId xmlns:a16="http://schemas.microsoft.com/office/drawing/2014/main" id="{486F3AF5-8FAA-40A7-87A5-038ED9F954C7}"/>
              </a:ext>
            </a:extLst>
          </p:cNvPr>
          <p:cNvPicPr>
            <a:picLocks/>
          </p:cNvPicPr>
          <p:nvPr/>
        </p:nvPicPr>
        <p:blipFill>
          <a:blip r:embed="rId3"/>
          <a:srcRect b="235"/>
          <a:stretch>
            <a:fillRect/>
          </a:stretch>
        </p:blipFill>
        <p:spPr>
          <a:xfrm>
            <a:off x="6350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5" name="Скриншот: каталог">
            <a:extLst>
              <a:ext uri="{FF2B5EF4-FFF2-40B4-BE49-F238E27FC236}">
                <a16:creationId xmlns:a16="http://schemas.microsoft.com/office/drawing/2014/main" id="{49BD1A87-7AEB-4519-8939-EC5963816AE5}"/>
              </a:ext>
            </a:extLst>
          </p:cNvPr>
          <p:cNvPicPr>
            <a:picLocks/>
          </p:cNvPicPr>
          <p:nvPr/>
        </p:nvPicPr>
        <p:blipFill>
          <a:blip r:embed="rId4"/>
          <a:srcRect b="235"/>
          <a:stretch>
            <a:fillRect/>
          </a:stretch>
        </p:blipFill>
        <p:spPr>
          <a:xfrm>
            <a:off x="40894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7" name="Скриншот: карточка на телефоне">
            <a:extLst>
              <a:ext uri="{FF2B5EF4-FFF2-40B4-BE49-F238E27FC236}">
                <a16:creationId xmlns:a16="http://schemas.microsoft.com/office/drawing/2014/main" id="{18D20A6A-E88B-43C6-B153-AD697A4A3D9B}"/>
              </a:ext>
            </a:extLst>
          </p:cNvPr>
          <p:cNvPicPr>
            <a:picLocks/>
          </p:cNvPicPr>
          <p:nvPr/>
        </p:nvPicPr>
        <p:blipFill>
          <a:blip r:embed="rId5"/>
          <a:srcRect l="59" r="59"/>
          <a:stretch>
            <a:fillRect/>
          </a:stretch>
        </p:blipFill>
        <p:spPr>
          <a:xfrm>
            <a:off x="7543800" y="1498600"/>
            <a:ext cx="1219200" cy="26416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7475C1-AACF-4AC3-9BC4-48F78B54E44F}"/>
              </a:ext>
            </a:extLst>
          </p:cNvPr>
          <p:cNvSpPr txBox="1"/>
          <p:nvPr/>
        </p:nvSpPr>
        <p:spPr>
          <a:xfrm>
            <a:off x="6350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Главная: «Питомцы недели», счётчики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900F00-6402-4BBE-8E22-302A37086E1C}"/>
              </a:ext>
            </a:extLst>
          </p:cNvPr>
          <p:cNvSpPr txBox="1"/>
          <p:nvPr/>
        </p:nvSpPr>
        <p:spPr>
          <a:xfrm>
            <a:off x="40894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Каталог: фильтры сохраняются в адресе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9809-5765-448E-942E-683A7162374F}"/>
              </a:ext>
            </a:extLst>
          </p:cNvPr>
          <p:cNvSpPr txBox="1"/>
          <p:nvPr/>
        </p:nvSpPr>
        <p:spPr>
          <a:xfrm>
            <a:off x="7543800" y="4216400"/>
            <a:ext cx="1270000" cy="4001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000">
                <a:solidFill>
                  <a:srgbClr val="5B5B5B"/>
                </a:solidFill>
                <a:latin typeface="Roboto" panose="02000000000000000000" pitchFamily="2" charset="0"/>
              </a:rPr>
              <a:t>Карточка на телефоне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2728D8-D5CE-4A42-89E5-F74B544F18F2}"/>
              </a:ext>
            </a:extLst>
          </p:cNvPr>
          <p:cNvSpPr txBox="1"/>
          <p:nvPr/>
        </p:nvSpPr>
        <p:spPr>
          <a:xfrm>
            <a:off x="635000" y="4038600"/>
            <a:ext cx="6692900" cy="4924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latin typeface="Roboto" panose="02000000000000000000" pitchFamily="2" charset="0"/>
              </a:rPr>
              <a:t>Работает в проде на dobryi-dom-s-hvostikamy.ru: сайт, кабинет сотрудника и REST API. Проверен на ширине от 320 до 1440 px.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8" name="Google Shape;50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9" name="Google Shape;509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10" name="Google Shape;510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11" name="Google Shape;511;p67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Путь кандидата</a:t>
            </a:r>
            <a:endParaRPr/>
          </a:p>
        </p:txBody>
      </p:sp>
      <p:sp>
        <p:nvSpPr>
          <p:cNvPr id="512" name="Google Shape;512;p67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Каталог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67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Карточка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67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Заявка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67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Решение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16" name="Google Shape;516;p67"/>
          <p:cNvGraphicFramePr/>
          <p:nvPr>
            <p:extLst>
              <p:ext uri="{D42A27DB-BD31-4B8C-83A1-F6EECF244321}">
                <p14:modId xmlns:p14="http://schemas.microsoft.com/office/powerpoint/2010/main" val="2883190981"/>
              </p:ext>
            </p:extLst>
          </p:nvPr>
        </p:nvGraphicFramePr>
        <p:xfrm>
          <a:off x="922850" y="3116575"/>
          <a:ext cx="7239000" cy="1132874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 по виду, возрасту и совместимости с детьми и животными; подбор с % совпадения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Фото, характер, здоровье, совместимость; избранное и «Похожие питомцы»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 шага: о себе, жильё и опыт, пожелания, проверка; черновик сохраняется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Сотрудник комментирует, администратор одобряет — питомец бронируется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075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Заявка за 4 шага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«Далее» проверяет только текущий шаг, «Назад» ничего не теряет, черновик хранится в браузере.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Сервер перепроверяет анкету и не пропускает дубль: на одного питомца с одного email — одна заявка на рассмотрении.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Итог — экран с номером заявки и подбор «Кому ещё у вас будет хорошо».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src/pages/apply.tsx, server/app.ts, server/schemas.ts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форма заявки">
            <a:extLst>
              <a:ext uri="{FF2B5EF4-FFF2-40B4-BE49-F238E27FC236}">
                <a16:creationId xmlns:a16="http://schemas.microsoft.com/office/drawing/2014/main" id="{D4C6D52B-DEF7-4656-8F50-1D7979B90958}"/>
              </a:ext>
            </a:extLst>
          </p:cNvPr>
          <p:cNvPicPr>
            <a:picLocks/>
          </p:cNvPicPr>
          <p:nvPr/>
        </p:nvPicPr>
        <p:blipFill>
          <a:blip r:embed="rId3"/>
          <a:srcRect l="6404" r="46961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8761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Кабинет сотрудника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Дашборд считает показатели по базе: заявки по неделям, воронку, спрос, причины отказов, переходы по кнопкам в разработке.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Подсказки на неделю: кто ждёт ответа дольше 3 дней, каких питомцев давно не смотрели.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Права проверяет сервер: волонтёр меняет статус питомца и комментирует, решения по заявкам — только администратор.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server/analytics.ts, server/auth.ts, src/pages/admin/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дашборд">
            <a:extLst>
              <a:ext uri="{FF2B5EF4-FFF2-40B4-BE49-F238E27FC236}">
                <a16:creationId xmlns:a16="http://schemas.microsoft.com/office/drawing/2014/main" id="{825B5166-6E2B-463C-8AE4-B2EDC97B71BC}"/>
              </a:ext>
            </a:extLst>
          </p:cNvPr>
          <p:cNvPicPr>
            <a:picLocks/>
          </p:cNvPicPr>
          <p:nvPr/>
        </p:nvPicPr>
        <p:blipFill>
          <a:blip r:embed="rId3"/>
          <a:srcRect l="20812" r="32552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30118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>
            <a:spLocks noGrp="1"/>
          </p:cNvSpPr>
          <p:nvPr>
            <p:ph type="title"/>
          </p:nvPr>
        </p:nvSpPr>
        <p:spPr>
          <a:xfrm>
            <a:off x="623400" y="42597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Проект в цифрах</a:t>
            </a:r>
            <a:endParaRPr/>
          </a:p>
        </p:txBody>
      </p:sp>
      <p:sp>
        <p:nvSpPr>
          <p:cNvPr id="425" name="Google Shape;425;p61"/>
          <p:cNvSpPr txBox="1"/>
          <p:nvPr/>
        </p:nvSpPr>
        <p:spPr>
          <a:xfrm>
            <a:off x="13943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эндпоинтов REST API с проверкой прав и данных на сервере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61"/>
          <p:cNvSpPr txBox="1"/>
          <p:nvPr/>
        </p:nvSpPr>
        <p:spPr>
          <a:xfrm>
            <a:off x="36707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интеграционных тестов API — от фильтров до прав ролей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61"/>
          <p:cNvSpPr txBox="1"/>
          <p:nvPr/>
        </p:nvSpPr>
        <p:spPr>
          <a:xfrm>
            <a:off x="5947188" y="2747863"/>
            <a:ext cx="2159100" cy="644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экрана: 17 на сайте и 7 в кабинете сотрудника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Число 34">
            <a:extLst>
              <a:ext uri="{FF2B5EF4-FFF2-40B4-BE49-F238E27FC236}">
                <a16:creationId xmlns:a16="http://schemas.microsoft.com/office/drawing/2014/main" id="{1DCEEDAA-8B37-4F40-B6D7-4B6EB0E1945F}"/>
              </a:ext>
            </a:extLst>
          </p:cNvPr>
          <p:cNvSpPr txBox="1"/>
          <p:nvPr/>
        </p:nvSpPr>
        <p:spPr>
          <a:xfrm>
            <a:off x="14858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39</a:t>
            </a:r>
          </a:p>
        </p:txBody>
      </p:sp>
      <p:sp>
        <p:nvSpPr>
          <p:cNvPr id="3" name="Число 24">
            <a:extLst>
              <a:ext uri="{FF2B5EF4-FFF2-40B4-BE49-F238E27FC236}">
                <a16:creationId xmlns:a16="http://schemas.microsoft.com/office/drawing/2014/main" id="{C03E4BE9-7FE1-4D9A-BCE3-AFC2DF4A64FC}"/>
              </a:ext>
            </a:extLst>
          </p:cNvPr>
          <p:cNvSpPr txBox="1"/>
          <p:nvPr/>
        </p:nvSpPr>
        <p:spPr>
          <a:xfrm>
            <a:off x="37622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35</a:t>
            </a:r>
          </a:p>
        </p:txBody>
      </p:sp>
      <p:sp>
        <p:nvSpPr>
          <p:cNvPr id="4" name="Число 22">
            <a:extLst>
              <a:ext uri="{FF2B5EF4-FFF2-40B4-BE49-F238E27FC236}">
                <a16:creationId xmlns:a16="http://schemas.microsoft.com/office/drawing/2014/main" id="{72CF083A-FED6-4CE3-9CE1-C21527D12B43}"/>
              </a:ext>
            </a:extLst>
          </p:cNvPr>
          <p:cNvSpPr txBox="1"/>
          <p:nvPr/>
        </p:nvSpPr>
        <p:spPr>
          <a:xfrm>
            <a:off x="60386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B099D1-300E-4510-B85B-1E0EB1669006}"/>
              </a:ext>
            </a:extLst>
          </p:cNvPr>
          <p:cNvSpPr txBox="1"/>
          <p:nvPr/>
        </p:nvSpPr>
        <p:spPr>
          <a:xfrm>
            <a:off x="1485900" y="4318000"/>
            <a:ext cx="6731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79 коммитов с 24.09.2026 · ~15 500 строк TypeScript · 33 питомца и 92 заявки в демо-данных</a:t>
            </a:r>
          </a:p>
        </p:txBody>
      </p:sp>
    </p:spTree>
    <p:extLst>
      <p:ext uri="{BB962C8B-B14F-4D97-AF65-F5344CB8AC3E}">
        <p14:creationId xmlns:p14="http://schemas.microsoft.com/office/powerpoint/2010/main" val="24729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>
            <a:spLocks noGrp="1"/>
          </p:cNvSpPr>
          <p:nvPr>
            <p:ph type="title"/>
          </p:nvPr>
        </p:nvSpPr>
        <p:spPr>
          <a:xfrm>
            <a:off x="654850" y="4011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Как проверяли качество</a:t>
            </a:r>
            <a:endParaRPr/>
          </a:p>
        </p:txBody>
      </p:sp>
      <p:graphicFrame>
        <p:nvGraphicFramePr>
          <p:cNvPr id="603" name="Google Shape;603;p75"/>
          <p:cNvGraphicFramePr/>
          <p:nvPr>
            <p:extLst>
              <p:ext uri="{D42A27DB-BD31-4B8C-83A1-F6EECF244321}">
                <p14:modId xmlns:p14="http://schemas.microsoft.com/office/powerpoint/2010/main" val="1451264102"/>
              </p:ext>
            </p:extLst>
          </p:nvPr>
        </p:nvGraphicFramePr>
        <p:xfrm>
          <a:off x="654850" y="1367200"/>
          <a:ext cx="7834275" cy="28194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 делает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Результат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 </a:t>
                      </a:r>
                      <a:r>
                        <a:rPr lang="en-US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API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Фильтры, заявки и дубли, права ролей, загрузка фото, данные для инвесторов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35 из 35, на Postgres 37 из 37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Линтеры и типы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oxlint, Prettier, knip, hadolint, actionlint и типы — перед каждым коммитом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Безопасность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npm audit и Trivy: зависимости, секреты, Dockerfile, образы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 после удаления уязвимого CLI shadcn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Ручная проверка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Все страницы на 320–1440 px под 4 ролями: кнопки, ссылки, консоль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Найдено и исправлено 6 проблем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образов, smoke-тест стека, выкатка в прод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 на HTTPS, API отвечает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585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2389954645"/>
              </p:ext>
            </p:extLst>
          </p:nvPr>
        </p:nvGraphicFramePr>
        <p:xfrm>
          <a:off x="952500" y="1718400"/>
          <a:ext cx="7239000" cy="2071599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Цель достигнута: путь «подбор → заявка → решение приюта» работает целиком и выкачен в прод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 нашла и закрыла 6 проблем интерфейса и уязвимые зависимости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Дальше: письма кандидатам о статусе, автоматические резервные копии, цифры с рабочей базы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1318</Words>
  <Application>Microsoft Office PowerPoint</Application>
  <PresentationFormat>Экран (16:9)</PresentationFormat>
  <Paragraphs>120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Roboto</vt:lpstr>
      <vt:lpstr>Arial</vt:lpstr>
      <vt:lpstr>Roboto Medium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«Добрый дом»</vt:lpstr>
      <vt:lpstr>План защиты</vt:lpstr>
      <vt:lpstr>Презентация PowerPoint</vt:lpstr>
      <vt:lpstr>Какие технологии использовались </vt:lpstr>
      <vt:lpstr>Архитектура</vt:lpstr>
      <vt:lpstr>Что получилось</vt:lpstr>
      <vt:lpstr>Путь кандидата</vt:lpstr>
      <vt:lpstr>Заявка за 4 шага</vt:lpstr>
      <vt:lpstr>Кабинет сотрудника</vt:lpstr>
      <vt:lpstr>Проект в цифрах</vt:lpstr>
      <vt:lpstr>Как проверяли качество</vt:lpstr>
      <vt:lpstr>Выводы 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Виталий Круковский</cp:lastModifiedBy>
  <cp:revision>5</cp:revision>
  <dcterms:modified xsi:type="dcterms:W3CDTF">2026-10-15T09:00:00Z</dcterms:modified>
</cp:coreProperties>
</file>